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2"/>
  </p:normalViewPr>
  <p:slideViewPr>
    <p:cSldViewPr snapToGrid="0" showGuides="1">
      <p:cViewPr varScale="1">
        <p:scale>
          <a:sx n="106" d="100"/>
          <a:sy n="106" d="100"/>
        </p:scale>
        <p:origin x="79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BBE45-A662-43C0-8201-0F6B97E54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F66FC0-A708-F9A8-6C46-6C6EBE990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DB20D-F4B2-8C28-62F8-E6B034FCF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8FC3B-F41C-2640-BD41-A42D9238E7CB}" type="datetimeFigureOut">
              <a:rPr lang="en-FR" smtClean="0"/>
              <a:t>08/02/2023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ABAD0-1718-3006-CF07-04632B61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01F8D-B58D-E2F7-4A8B-36299CB06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44C3-34A6-AA40-B370-D0A2F93DCB5C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9232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1295-5DB9-31DB-4273-84397F9C8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60806-9E0D-2526-195E-71FFAED9A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514B-D7E2-2194-0A9A-9503E72B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8FC3B-F41C-2640-BD41-A42D9238E7CB}" type="datetimeFigureOut">
              <a:rPr lang="en-FR" smtClean="0"/>
              <a:t>08/02/2023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096DF-1371-A1CB-6F3B-6A4D1360A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ACCE9-FFCA-983F-CB18-81EB2106E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44C3-34A6-AA40-B370-D0A2F93DCB5C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35843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B396-BE17-C797-04A5-4CE26F1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1B2C8-92E7-BC05-44CA-CFDF9D444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A51E8-9C3D-F678-4E79-879AE86D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8FC3B-F41C-2640-BD41-A42D9238E7CB}" type="datetimeFigureOut">
              <a:rPr lang="en-FR" smtClean="0"/>
              <a:t>08/02/2023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6FEB5-02D9-15A4-567C-5059C6609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E5020-2C89-EE3F-F941-BBD41B310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44C3-34A6-AA40-B370-D0A2F93DCB5C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4871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8A71E-9CA3-B989-F940-9BD08D8B8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14C56-514C-9AF5-B81C-FA681304B9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0E4F3-A942-A0CA-4148-14654B326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5F016-DA1E-4E1C-A7AC-A7A73B038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8FC3B-F41C-2640-BD41-A42D9238E7CB}" type="datetimeFigureOut">
              <a:rPr lang="en-FR" smtClean="0"/>
              <a:t>08/02/2023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21471-EA35-030E-AF79-8BB442387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DE2E1-71C6-2321-DD0D-9863AA2B8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44C3-34A6-AA40-B370-D0A2F93DCB5C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64549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2502F-817D-CDE9-7A92-36937DE31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97B51-A8A3-4BE5-AF22-D9A45EC75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BCCF7F-3D60-70FA-3B75-F010B205C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B0101-9FCF-2546-C862-6919878F31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0206F4-CF25-52B8-5BF5-118E9881C5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D50F27-E6BA-F7BE-4839-DB6E785D7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8FC3B-F41C-2640-BD41-A42D9238E7CB}" type="datetimeFigureOut">
              <a:rPr lang="en-FR" smtClean="0"/>
              <a:t>08/02/2023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B62962-E153-DA06-1BFD-01073DB8A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DF5CC0-5C6A-4FBD-DACF-B8F2F9426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44C3-34A6-AA40-B370-D0A2F93DCB5C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536677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62F1C-2498-C876-CE86-449A6ADB4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EC138-B0AD-31B8-FBD9-6CDFC9FEA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8FC3B-F41C-2640-BD41-A42D9238E7CB}" type="datetimeFigureOut">
              <a:rPr lang="en-FR" smtClean="0"/>
              <a:t>08/02/2023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9948B-9418-7B4A-52D3-7629A9C22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4A43AA-0BAF-6691-05F7-7E83CFCA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44C3-34A6-AA40-B370-D0A2F93DCB5C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7475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DAD484-9619-998E-3D32-FEC54BDAD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8FC3B-F41C-2640-BD41-A42D9238E7CB}" type="datetimeFigureOut">
              <a:rPr lang="en-FR" smtClean="0"/>
              <a:t>08/02/2023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8497FE-EF15-CF30-8136-7A4144C6B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70329-1F1E-D895-BE7B-A297C8A76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44C3-34A6-AA40-B370-D0A2F93DCB5C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51876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44554-8640-7EFC-52DB-2635031D8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4F362-F7A8-8D3D-14A7-63861B56E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73D3E-2104-78CB-21A7-D0371A549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3F92A-2A23-B7F3-03C2-345B3D937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8FC3B-F41C-2640-BD41-A42D9238E7CB}" type="datetimeFigureOut">
              <a:rPr lang="en-FR" smtClean="0"/>
              <a:t>08/02/2023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0E501-3636-00C3-EF26-B3F76D342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BFFFA-74C0-EAC0-976A-6DB1396B4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44C3-34A6-AA40-B370-D0A2F93DCB5C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67527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91CA6-0D3F-0134-F5E8-59DC3DC4F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724F94-0D06-DEF4-C518-1437ECDF87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D8B16-A028-638C-199B-BAF022A73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9CADE-FAAB-0886-C26F-89B4E88AF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8FC3B-F41C-2640-BD41-A42D9238E7CB}" type="datetimeFigureOut">
              <a:rPr lang="en-FR" smtClean="0"/>
              <a:t>08/02/2023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22680-3EC8-55C2-F4DF-E67199FF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E14E-675A-C2E7-E815-C81907F8D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44C3-34A6-AA40-B370-D0A2F93DCB5C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01752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D2CBD-EE01-098E-4659-A90F4C55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3C3AC-4EFB-6DE9-D9AE-603F9B31E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44717-78A5-0CAF-2B50-884DB058A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8FC3B-F41C-2640-BD41-A42D9238E7CB}" type="datetimeFigureOut">
              <a:rPr lang="en-FR" smtClean="0"/>
              <a:t>08/02/2023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7188C-1490-53A0-2E95-7306C662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D1269-B0E9-E1BC-B828-B6BCD686A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44C3-34A6-AA40-B370-D0A2F93DCB5C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56152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BBC862-8E2F-E9D6-1865-166913962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9EC0BB-981E-548D-61F5-A4428DF8E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87148-8E62-EE57-1295-9F746BDD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8FC3B-F41C-2640-BD41-A42D9238E7CB}" type="datetimeFigureOut">
              <a:rPr lang="en-FR" smtClean="0"/>
              <a:t>08/02/2023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98FF3-68E6-C139-62E4-78ADBAE71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4A7B2-9E97-BD63-6F55-97513FF6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44C3-34A6-AA40-B370-D0A2F93DCB5C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46620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594EC7-4C41-414F-93FB-36E6078AE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7A2B3-EA59-EC0A-DBFC-849CC8F08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EB838-8866-3381-A53F-54CA36D4A3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8FC3B-F41C-2640-BD41-A42D9238E7CB}" type="datetimeFigureOut">
              <a:rPr lang="en-FR" smtClean="0"/>
              <a:t>08/02/2023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C78A9-F129-A2F9-F79E-284CB32E4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B2B5C-096C-7907-8344-0A1C6EF1B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044C3-34A6-AA40-B370-D0A2F93DCB5C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07944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C4E0C-55B1-8123-8D6E-69AF467F6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FR" dirty="0"/>
              <a:t>NCS by condition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A7D569-092A-4B1A-494E-6314DE9EE5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FR" dirty="0"/>
              <a:t>Feb 2023 for slides</a:t>
            </a:r>
          </a:p>
        </p:txBody>
      </p:sp>
    </p:spTree>
    <p:extLst>
      <p:ext uri="{BB962C8B-B14F-4D97-AF65-F5344CB8AC3E}">
        <p14:creationId xmlns:p14="http://schemas.microsoft.com/office/powerpoint/2010/main" val="4238704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C6F80-745B-33FC-96F5-3F7466327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Craving self-report by condition and group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61D1DA2-2D2E-C651-0587-830959A34732}"/>
              </a:ext>
            </a:extLst>
          </p:cNvPr>
          <p:cNvGrpSpPr/>
          <p:nvPr/>
        </p:nvGrpSpPr>
        <p:grpSpPr>
          <a:xfrm>
            <a:off x="1945104" y="1738588"/>
            <a:ext cx="8077201" cy="5119412"/>
            <a:chOff x="1945104" y="1738588"/>
            <a:chExt cx="8077201" cy="511941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56C674C-6F57-C21B-9A95-C69428FD7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5104" y="1986685"/>
              <a:ext cx="5706980" cy="487131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13BF1FE-81DC-6FD4-BC6A-CCBBADD84BEB}"/>
                </a:ext>
              </a:extLst>
            </p:cNvPr>
            <p:cNvSpPr txBox="1"/>
            <p:nvPr/>
          </p:nvSpPr>
          <p:spPr>
            <a:xfrm rot="16200000">
              <a:off x="1637047" y="2668004"/>
              <a:ext cx="12144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FR" dirty="0">
                  <a:latin typeface="Arial" panose="020B0604020202020204" pitchFamily="34" charset="0"/>
                  <a:cs typeface="Arial" panose="020B0604020202020204" pitchFamily="34" charset="0"/>
                </a:rPr>
                <a:t>Rating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5CD9D9C-4729-4985-6AEF-BC030083693B}"/>
                </a:ext>
              </a:extLst>
            </p:cNvPr>
            <p:cNvSpPr txBox="1"/>
            <p:nvPr/>
          </p:nvSpPr>
          <p:spPr>
            <a:xfrm rot="16200000">
              <a:off x="1637047" y="4104216"/>
              <a:ext cx="12144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FR" dirty="0">
                  <a:latin typeface="Arial" panose="020B0604020202020204" pitchFamily="34" charset="0"/>
                  <a:cs typeface="Arial" panose="020B0604020202020204" pitchFamily="34" charset="0"/>
                </a:rPr>
                <a:t>Rating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FD7569D-8FA5-BA42-EC6D-1B3841F66282}"/>
                </a:ext>
              </a:extLst>
            </p:cNvPr>
            <p:cNvSpPr txBox="1"/>
            <p:nvPr/>
          </p:nvSpPr>
          <p:spPr>
            <a:xfrm rot="16200000">
              <a:off x="1637047" y="5540427"/>
              <a:ext cx="12144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FR" dirty="0">
                  <a:latin typeface="Arial" panose="020B0604020202020204" pitchFamily="34" charset="0"/>
                  <a:cs typeface="Arial" panose="020B0604020202020204" pitchFamily="34" charset="0"/>
                </a:rPr>
                <a:t>Rating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66B5CA2-CEDA-709F-426E-DC8F9992FD01}"/>
                </a:ext>
              </a:extLst>
            </p:cNvPr>
            <p:cNvSpPr txBox="1"/>
            <p:nvPr/>
          </p:nvSpPr>
          <p:spPr>
            <a:xfrm>
              <a:off x="7832558" y="4776536"/>
              <a:ext cx="218974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FR" dirty="0"/>
                <a:t>DN = Drug NOW</a:t>
              </a:r>
            </a:p>
            <a:p>
              <a:r>
                <a:rPr lang="en-FR" dirty="0"/>
                <a:t>DL = Drug LATER</a:t>
              </a:r>
            </a:p>
            <a:p>
              <a:r>
                <a:rPr lang="en-FR" dirty="0"/>
                <a:t>FN = Food NOW</a:t>
              </a:r>
            </a:p>
            <a:p>
              <a:r>
                <a:rPr lang="en-FR" dirty="0"/>
                <a:t>FL = Food LATER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D74EC6-CDC9-7D67-E0D5-C869FF0C1528}"/>
                </a:ext>
              </a:extLst>
            </p:cNvPr>
            <p:cNvSpPr txBox="1"/>
            <p:nvPr/>
          </p:nvSpPr>
          <p:spPr>
            <a:xfrm>
              <a:off x="5017167" y="1738588"/>
              <a:ext cx="19370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FR" sz="2000" dirty="0">
                  <a:latin typeface="Arial" panose="020B0604020202020204" pitchFamily="34" charset="0"/>
                  <a:cs typeface="Arial" panose="020B0604020202020204" pitchFamily="34" charset="0"/>
                </a:rPr>
                <a:t>NON-USERS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A2A493F-76C2-F0E1-8C75-9ED40603E3CE}"/>
                </a:ext>
              </a:extLst>
            </p:cNvPr>
            <p:cNvSpPr txBox="1"/>
            <p:nvPr/>
          </p:nvSpPr>
          <p:spPr>
            <a:xfrm>
              <a:off x="2847643" y="1738588"/>
              <a:ext cx="15759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FR" sz="2000" dirty="0">
                  <a:latin typeface="Arial" panose="020B0604020202020204" pitchFamily="34" charset="0"/>
                  <a:cs typeface="Arial" panose="020B0604020202020204" pitchFamily="34" charset="0"/>
                </a:rPr>
                <a:t>USERS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0048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1FB29-B0D8-2EDE-1A53-9A87DAB0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Pattern expression by condition and group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4C9B69-947B-AF25-6473-9AA1DF304988}"/>
              </a:ext>
            </a:extLst>
          </p:cNvPr>
          <p:cNvGrpSpPr/>
          <p:nvPr/>
        </p:nvGrpSpPr>
        <p:grpSpPr>
          <a:xfrm>
            <a:off x="1901574" y="1738588"/>
            <a:ext cx="8120731" cy="4960138"/>
            <a:chOff x="1901574" y="1738588"/>
            <a:chExt cx="8120731" cy="496013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DC321F2-0673-E2C2-E331-1959F1173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1574" y="1943352"/>
              <a:ext cx="5618163" cy="475537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9A9465E-2AB8-1EA2-56C2-6C810680D118}"/>
                </a:ext>
              </a:extLst>
            </p:cNvPr>
            <p:cNvSpPr txBox="1"/>
            <p:nvPr/>
          </p:nvSpPr>
          <p:spPr>
            <a:xfrm rot="16200000">
              <a:off x="1637047" y="2668004"/>
              <a:ext cx="12144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FR" dirty="0">
                  <a:latin typeface="Arial" panose="020B0604020202020204" pitchFamily="34" charset="0"/>
                  <a:cs typeface="Arial" panose="020B0604020202020204" pitchFamily="34" charset="0"/>
                </a:rPr>
                <a:t>NCS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FC8E9F0-FA53-F09A-1B94-B3A6538B6FE2}"/>
                </a:ext>
              </a:extLst>
            </p:cNvPr>
            <p:cNvSpPr txBox="1"/>
            <p:nvPr/>
          </p:nvSpPr>
          <p:spPr>
            <a:xfrm rot="16200000">
              <a:off x="1637047" y="4104216"/>
              <a:ext cx="12144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FR" dirty="0">
                  <a:latin typeface="Arial" panose="020B0604020202020204" pitchFamily="34" charset="0"/>
                  <a:cs typeface="Arial" panose="020B0604020202020204" pitchFamily="34" charset="0"/>
                </a:rPr>
                <a:t>NCS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18E603-401C-8407-1DC6-0EE367E4B9EB}"/>
                </a:ext>
              </a:extLst>
            </p:cNvPr>
            <p:cNvSpPr txBox="1"/>
            <p:nvPr/>
          </p:nvSpPr>
          <p:spPr>
            <a:xfrm rot="16200000">
              <a:off x="1637047" y="5540427"/>
              <a:ext cx="12144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FR" dirty="0">
                  <a:latin typeface="Arial" panose="020B0604020202020204" pitchFamily="34" charset="0"/>
                  <a:cs typeface="Arial" panose="020B0604020202020204" pitchFamily="34" charset="0"/>
                </a:rPr>
                <a:t>NCS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D8770D-4B2C-75F2-4518-C90DE3502C10}"/>
                </a:ext>
              </a:extLst>
            </p:cNvPr>
            <p:cNvSpPr txBox="1"/>
            <p:nvPr/>
          </p:nvSpPr>
          <p:spPr>
            <a:xfrm>
              <a:off x="7832558" y="4776536"/>
              <a:ext cx="218974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FR" dirty="0"/>
                <a:t>DN = Drug NOW</a:t>
              </a:r>
            </a:p>
            <a:p>
              <a:r>
                <a:rPr lang="en-FR" dirty="0"/>
                <a:t>DL = Drug LATER</a:t>
              </a:r>
            </a:p>
            <a:p>
              <a:r>
                <a:rPr lang="en-FR" dirty="0"/>
                <a:t>FN = Food NOW</a:t>
              </a:r>
            </a:p>
            <a:p>
              <a:r>
                <a:rPr lang="en-FR" dirty="0"/>
                <a:t>FL = Food LATER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ACB05D-0A59-671B-4336-EE6FB05EDEB7}"/>
                </a:ext>
              </a:extLst>
            </p:cNvPr>
            <p:cNvSpPr txBox="1"/>
            <p:nvPr/>
          </p:nvSpPr>
          <p:spPr>
            <a:xfrm>
              <a:off x="5017167" y="1738588"/>
              <a:ext cx="19370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FR" sz="2000" dirty="0">
                  <a:latin typeface="Arial" panose="020B0604020202020204" pitchFamily="34" charset="0"/>
                  <a:cs typeface="Arial" panose="020B0604020202020204" pitchFamily="34" charset="0"/>
                </a:rPr>
                <a:t>NON-USERS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6E3A69F-CB7B-24D9-BB3F-4E71DAFC66D6}"/>
                </a:ext>
              </a:extLst>
            </p:cNvPr>
            <p:cNvSpPr txBox="1"/>
            <p:nvPr/>
          </p:nvSpPr>
          <p:spPr>
            <a:xfrm>
              <a:off x="2847643" y="1738588"/>
              <a:ext cx="15759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FR" sz="2000" dirty="0">
                  <a:latin typeface="Arial" panose="020B0604020202020204" pitchFamily="34" charset="0"/>
                  <a:cs typeface="Arial" panose="020B0604020202020204" pitchFamily="34" charset="0"/>
                </a:rPr>
                <a:t>USERS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3958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61</Words>
  <Application>Microsoft Macintosh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 2013 - 2022</vt:lpstr>
      <vt:lpstr>NCS by condition</vt:lpstr>
      <vt:lpstr>Craving self-report by condition and group</vt:lpstr>
      <vt:lpstr>Pattern expression by condition and group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NCS by condition</dc:title>
  <dc:creator>KOBAN Leonie</dc:creator>
  <cp:lastModifiedBy>KOBAN Leonie</cp:lastModifiedBy>
  <cp:revision>2</cp:revision>
  <dcterms:created xsi:type="dcterms:W3CDTF">2023-02-08T10:47:43Z</dcterms:created>
  <dcterms:modified xsi:type="dcterms:W3CDTF">2023-02-08T10:55:44Z</dcterms:modified>
</cp:coreProperties>
</file>